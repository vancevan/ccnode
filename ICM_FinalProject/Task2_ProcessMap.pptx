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tt"/>
          <p:cNvSpPr/>
          <p:nvPr/>
        </p:nvSpPr>
        <p:spPr>
          <a:xfrm>
            <a:off x="274320" y="3931920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D"/>
            </a:solidFill>
            <a:prstDash val="solid"/>
          </a:ln>
        </p:spPr>
      </p:sp>
      <p:sp>
        <p:nvSpPr>
          <p:cNvPr id="3" name="mhtt-text"/>
          <p:cNvSpPr txBox="1"/>
          <p:nvPr/>
        </p:nvSpPr>
        <p:spPr>
          <a:xfrm>
            <a:off x="411480" y="393192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B6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Mutant huntingtin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Made by neurons throughout the brain</a:t>
            </a:r>
            <a:endParaRPr lang="en-US" sz="1600" dirty="0"/>
          </a:p>
        </p:txBody>
      </p:sp>
      <p:sp>
        <p:nvSpPr>
          <p:cNvPr id="4" name="to-striatum"/>
          <p:cNvSpPr/>
          <p:nvPr/>
        </p:nvSpPr>
        <p:spPr>
          <a:xfrm>
            <a:off x="2560320" y="4320540"/>
            <a:ext cx="594360" cy="0"/>
          </a:xfrm>
          <a:prstGeom prst="line">
            <a:avLst/>
          </a:prstGeom>
          <a:noFill/>
          <a:ln w="15875">
            <a:solidFill>
              <a:srgbClr val="0E2B6D"/>
            </a:solidFill>
            <a:prstDash val="solid"/>
            <a:tailEnd type="triangle"/>
          </a:ln>
        </p:spPr>
      </p:sp>
      <p:sp>
        <p:nvSpPr>
          <p:cNvPr id="5" name="to-occipital"/>
          <p:cNvSpPr/>
          <p:nvPr/>
        </p:nvSpPr>
        <p:spPr>
          <a:xfrm>
            <a:off x="2560320" y="5646420"/>
            <a:ext cx="594360" cy="0"/>
          </a:xfrm>
          <a:prstGeom prst="line">
            <a:avLst/>
          </a:prstGeom>
          <a:noFill/>
          <a:ln w="15875">
            <a:solidFill>
              <a:srgbClr val="0E2B6D"/>
            </a:solidFill>
            <a:prstDash val="solid"/>
            <a:tailEnd type="triangle"/>
          </a:ln>
        </p:spPr>
      </p:sp>
      <p:sp>
        <p:nvSpPr>
          <p:cNvPr id="6" name="striatum"/>
          <p:cNvSpPr/>
          <p:nvPr/>
        </p:nvSpPr>
        <p:spPr>
          <a:xfrm>
            <a:off x="3154680" y="393192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D"/>
            </a:solidFill>
            <a:prstDash val="solid"/>
          </a:ln>
        </p:spPr>
      </p:sp>
      <p:sp>
        <p:nvSpPr>
          <p:cNvPr id="7" name="striatum-text"/>
          <p:cNvSpPr txBox="1"/>
          <p:nvPr/>
        </p:nvSpPr>
        <p:spPr>
          <a:xfrm>
            <a:off x="329184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B6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Striatum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Medium spiny neurons die first</a:t>
            </a:r>
            <a:endParaRPr lang="en-US" sz="1600" dirty="0"/>
          </a:p>
        </p:txBody>
      </p:sp>
      <p:sp>
        <p:nvSpPr>
          <p:cNvPr id="8" name="occipital"/>
          <p:cNvSpPr/>
          <p:nvPr/>
        </p:nvSpPr>
        <p:spPr>
          <a:xfrm>
            <a:off x="3154680" y="5257800"/>
            <a:ext cx="3108960" cy="777240"/>
          </a:xfrm>
          <a:prstGeom prst="rect">
            <a:avLst/>
          </a:prstGeom>
          <a:solidFill>
            <a:srgbClr val="0E2B6D"/>
          </a:solidFill>
          <a:ln w="12700">
            <a:solidFill>
              <a:srgbClr val="0E2B6D"/>
            </a:solidFill>
            <a:prstDash val="solid"/>
          </a:ln>
        </p:spPr>
      </p:sp>
      <p:sp>
        <p:nvSpPr>
          <p:cNvPr id="9" name="occipital-text"/>
          <p:cNvSpPr txBox="1"/>
          <p:nvPr/>
        </p:nvSpPr>
        <p:spPr>
          <a:xfrm>
            <a:off x="3291840" y="5257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Occipital cortex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Neurons lost; cortex thins</a:t>
            </a:r>
            <a:endParaRPr lang="en-US" sz="1600" dirty="0"/>
          </a:p>
        </p:txBody>
      </p:sp>
      <p:sp>
        <p:nvSpPr>
          <p:cNvPr id="10" name="loop"/>
          <p:cNvSpPr/>
          <p:nvPr/>
        </p:nvSpPr>
        <p:spPr>
          <a:xfrm>
            <a:off x="3566160" y="4709160"/>
            <a:ext cx="0" cy="548640"/>
          </a:xfrm>
          <a:prstGeom prst="line">
            <a:avLst/>
          </a:prstGeom>
          <a:noFill/>
          <a:ln w="15875">
            <a:solidFill>
              <a:srgbClr val="0E2B6D"/>
            </a:solidFill>
            <a:prstDash val="solid"/>
            <a:headEnd type="triangle"/>
            <a:tailEnd type="triangle"/>
          </a:ln>
        </p:spPr>
      </p:sp>
      <p:sp>
        <p:nvSpPr>
          <p:cNvPr id="11" name="loop-label"/>
          <p:cNvSpPr txBox="1"/>
          <p:nvPr/>
        </p:nvSpPr>
        <p:spPr>
          <a:xfrm>
            <a:off x="374904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loop via the caudate tail</a:t>
            </a:r>
            <a:endParaRPr lang="en-US" sz="1200" dirty="0"/>
          </a:p>
        </p:txBody>
      </p:sp>
      <p:sp>
        <p:nvSpPr>
          <p:cNvPr id="12" name="to-motor"/>
          <p:cNvSpPr/>
          <p:nvPr/>
        </p:nvSpPr>
        <p:spPr>
          <a:xfrm>
            <a:off x="6263640" y="432054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o-deficits"/>
          <p:cNvSpPr/>
          <p:nvPr/>
        </p:nvSpPr>
        <p:spPr>
          <a:xfrm>
            <a:off x="6263640" y="5646420"/>
            <a:ext cx="502920" cy="0"/>
          </a:xfrm>
          <a:prstGeom prst="line">
            <a:avLst/>
          </a:prstGeom>
          <a:noFill/>
          <a:ln w="15875">
            <a:solidFill>
              <a:srgbClr val="0E2B6D"/>
            </a:solidFill>
            <a:prstDash val="solid"/>
            <a:tailEnd type="triangle"/>
          </a:ln>
        </p:spPr>
      </p:sp>
      <p:sp>
        <p:nvSpPr>
          <p:cNvPr id="14" name="motor"/>
          <p:cNvSpPr/>
          <p:nvPr/>
        </p:nvSpPr>
        <p:spPr>
          <a:xfrm>
            <a:off x="6766560" y="3931920"/>
            <a:ext cx="4983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motor-text"/>
          <p:cNvSpPr txBox="1"/>
          <p:nvPr/>
        </p:nvSpPr>
        <p:spPr>
          <a:xfrm>
            <a:off x="6903720" y="3931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Motor signs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Chorea, impaired voluntary movement</a:t>
            </a:r>
            <a:endParaRPr lang="en-US" sz="1600" dirty="0"/>
          </a:p>
        </p:txBody>
      </p:sp>
      <p:sp>
        <p:nvSpPr>
          <p:cNvPr id="16" name="deficits"/>
          <p:cNvSpPr/>
          <p:nvPr/>
        </p:nvSpPr>
        <p:spPr>
          <a:xfrm>
            <a:off x="6766560" y="5257800"/>
            <a:ext cx="49834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2B6D"/>
            </a:solidFill>
            <a:prstDash val="solid"/>
          </a:ln>
        </p:spPr>
      </p:sp>
      <p:sp>
        <p:nvSpPr>
          <p:cNvPr id="17" name="deficits-text"/>
          <p:cNvSpPr txBox="1"/>
          <p:nvPr/>
        </p:nvSpPr>
        <p:spPr>
          <a:xfrm>
            <a:off x="6903720" y="52578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B6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deficits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Color and motion perception, visual search, mental rotation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2026-10-17T18:36:28Z</dcterms:created>
  <dcterms:modified xsi:type="dcterms:W3CDTF">2026-10-17T18:36:28Z</dcterms:modified>
</cp:coreProperties>
</file>